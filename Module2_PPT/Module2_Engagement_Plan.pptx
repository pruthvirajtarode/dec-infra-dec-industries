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2: The Data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Transforming Messy Data into Actionable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is the New Concrete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Every construction, agricultural, and industrial project runs on data.</a:t>
            </a:r>
          </a:p>
          <a:p>
            <a:r>
              <a:t>The Challenge: Finding anomalies in thousands of rows manually takes hours.</a:t>
            </a:r>
          </a:p>
          <a:p>
            <a:r>
              <a:t>The Solution: AI Data Analysts clean and organize data in seconds.</a:t>
            </a:r>
          </a:p>
          <a:p>
            <a:r>
              <a:t>Activity: How long would it take you to manually find the 5 budget overruns here?</a:t>
            </a:r>
          </a:p>
        </p:txBody>
      </p:sp>
      <p:pic>
        <p:nvPicPr>
          <p:cNvPr id="4" name="Picture 3" descr="messy_data_concrete_1786727329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the Data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Upload your dataset (e.g., procurement_demo.csv).</a:t>
            </a:r>
          </a:p>
          <a:p>
            <a:r>
              <a:t>Step 2: Write your first AI cleaning prompt.</a:t>
            </a:r>
          </a:p>
          <a:p>
            <a:r>
              <a:t>Step 3: Watch the AI fix inconsistent vendor names and messy dates instantly!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Great Reconciliation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Scenario: Your Invoice doesn't match the Goods Received Note.</a:t>
            </a:r>
          </a:p>
          <a:p>
            <a:r>
              <a:t>The Mission: Use the AI Reconciliation Engine to find the missing ₹5 Lakhs.</a:t>
            </a:r>
          </a:p>
          <a:p>
            <a:r>
              <a:t>The Rules: The first 3 people to find the discrepancy win!</a:t>
            </a:r>
          </a:p>
        </p:txBody>
      </p:sp>
      <p:pic>
        <p:nvPicPr>
          <p:cNvPr id="4" name="Picture 3" descr="invoice_reconciliation_17867275043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Data to Visual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Clean data is only half the battle. Presenting it is the other half.</a:t>
            </a:r>
          </a:p>
          <a:p>
            <a:r>
              <a:t>Generate automated visual reports for management.</a:t>
            </a:r>
          </a:p>
          <a:p>
            <a:r>
              <a:t>Instantly create comparison charts (e.g., Expenditure vs. Budgeted BOQ).</a:t>
            </a:r>
          </a:p>
        </p:txBody>
      </p:sp>
      <p:pic>
        <p:nvPicPr>
          <p:cNvPr id="4" name="Picture 3" descr="mis_generator_dashboard_1786727922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 by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DEC Infra: Analyze Safety Audits &amp; Construction Timelines.</a:t>
            </a:r>
          </a:p>
          <a:p>
            <a:r>
              <a:t>DEC Agro: Analyze Cold Chain Temperatures &amp; Crop Yield Data.</a:t>
            </a:r>
          </a:p>
          <a:p>
            <a:r>
              <a:t>DEC Industries: Analyze Equipment Downtime &amp; Manufacturing Efficiency.</a:t>
            </a:r>
          </a:p>
        </p:txBody>
      </p:sp>
      <p:pic>
        <p:nvPicPr>
          <p:cNvPr id="4" name="Picture 3" descr="dec_industries_breakout_1786728251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&amp; 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was your biggest surprise today?</a:t>
            </a:r>
          </a:p>
          <a:p>
            <a:r>
              <a:t>How will this change your workflow tomorrow?</a:t>
            </a:r>
          </a:p>
          <a:p>
            <a:r>
              <a:t>Coming Up Next: Module 3 - Safe AI Usage (Security &amp; Ethics).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